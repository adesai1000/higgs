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ed3fd23e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ed3fd23e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ed3fd23e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ed3fd23e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ed3fd23e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ed3fd23e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ed3fd23e1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ed3fd23e1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ed3fd23e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ed3fd23e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ed3fd23e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ed3fd23e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ed3fd23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ed3fd23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ed3fd23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ed3fd23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f8799739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f8799739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latin typeface="Arial"/>
                <a:ea typeface="Arial"/>
                <a:cs typeface="Arial"/>
                <a:sym typeface="Arial"/>
              </a:rPr>
              <a:t>Understanding Electron and Modern Web Rendering Tools: A Learning &amp; Analytical Perspective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>
            <p:ph type="title"/>
          </p:nvPr>
        </p:nvSpPr>
        <p:spPr>
          <a:xfrm>
            <a:off x="1297500" y="393750"/>
            <a:ext cx="7038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Learning Outcomes of This Tutorial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8"/>
          <p:cNvSpPr txBox="1"/>
          <p:nvPr>
            <p:ph idx="1" type="body"/>
          </p:nvPr>
        </p:nvSpPr>
        <p:spPr>
          <a:xfrm>
            <a:off x="1060675" y="951150"/>
            <a:ext cx="5093400" cy="3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By the end of this tutorial, learners will be able to: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Remember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the core ideas behind Electron, WebGL, WebGPU, and three.js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Understand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the purpose and architecture of cross-platform runtimes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Apply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basic Electron setup to build a desktop app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Analyze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benefits and limitations of Electron vs native frameworks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rendering technologies (WebGL vs WebGPU vs three.js)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a simple cross-platform UI using web technologies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8" title="1736595643809.jpg"/>
          <p:cNvPicPr preferRelativeResize="0"/>
          <p:nvPr/>
        </p:nvPicPr>
        <p:blipFill rotWithShape="1">
          <a:blip r:embed="rId3">
            <a:alphaModFix/>
          </a:blip>
          <a:srcRect b="0" l="0" r="4616" t="0"/>
          <a:stretch/>
        </p:blipFill>
        <p:spPr>
          <a:xfrm>
            <a:off x="6092950" y="1723450"/>
            <a:ext cx="2963776" cy="293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1297500" y="393750"/>
            <a:ext cx="7038900" cy="5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What Learners Will Understand After the Tutorial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1297500" y="1090200"/>
            <a:ext cx="7038900" cy="33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Students should walk away with a basic understanding of: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History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of Electron &amp; web rendering (WebGL/WebGPU standards)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problems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these technologies solve (write once → run anywhere)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Benefits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fast development, large ecosystem, cross-platform reach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Challenges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memory usage, performance overhead, security concerns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Future directions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WebGPU adoption, lightweight runtimes 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Basic implementation skills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from our Higgs Electron project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History of Electron, WebGL, WebGPU, and three.js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93925" y="2328725"/>
            <a:ext cx="2735700" cy="18087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238513" y="2328725"/>
            <a:ext cx="2735700" cy="18087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183100" y="2328725"/>
            <a:ext cx="2735700" cy="18087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0"/>
          <p:cNvSpPr txBox="1"/>
          <p:nvPr>
            <p:ph type="title"/>
          </p:nvPr>
        </p:nvSpPr>
        <p:spPr>
          <a:xfrm>
            <a:off x="293925" y="1423038"/>
            <a:ext cx="24870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Electron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(2013 – GitHub)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0"/>
          <p:cNvSpPr txBox="1"/>
          <p:nvPr>
            <p:ph type="title"/>
          </p:nvPr>
        </p:nvSpPr>
        <p:spPr>
          <a:xfrm>
            <a:off x="6211150" y="1423050"/>
            <a:ext cx="29328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three.js (2010 – Community Project)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0"/>
          <p:cNvSpPr txBox="1"/>
          <p:nvPr>
            <p:ph type="title"/>
          </p:nvPr>
        </p:nvSpPr>
        <p:spPr>
          <a:xfrm>
            <a:off x="3290250" y="1492638"/>
            <a:ext cx="2563500" cy="7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WebGL (2011 – Khronos Group)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 txBox="1"/>
          <p:nvPr>
            <p:ph type="title"/>
          </p:nvPr>
        </p:nvSpPr>
        <p:spPr>
          <a:xfrm>
            <a:off x="367200" y="2328750"/>
            <a:ext cx="2662500" cy="1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Built by GitHub to enable desktop apps with web tech (HTML/CSS/JS)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Combines Chromium + Node.js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Used in VS Code, Slack, Discord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Built on standard web technologies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0"/>
          <p:cNvSpPr txBox="1"/>
          <p:nvPr>
            <p:ph type="title"/>
          </p:nvPr>
        </p:nvSpPr>
        <p:spPr>
          <a:xfrm>
            <a:off x="6219700" y="2396525"/>
            <a:ext cx="2662500" cy="1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Open-source 3D graphics library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High-level wrapper around WebGL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Provides cameras, lighting, materials, scenes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Adding support for WebGPU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 txBox="1"/>
          <p:nvPr>
            <p:ph type="title"/>
          </p:nvPr>
        </p:nvSpPr>
        <p:spPr>
          <a:xfrm>
            <a:off x="3240750" y="2396525"/>
            <a:ext cx="2662500" cy="1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JS API for in-browser 2D/3D graphics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Based on OpenGL ES 2.0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Hardware-accelerated rendering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Supported by all major browsers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Standards &amp; Specifications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 txBox="1"/>
          <p:nvPr>
            <p:ph idx="1" type="body"/>
          </p:nvPr>
        </p:nvSpPr>
        <p:spPr>
          <a:xfrm>
            <a:off x="1118475" y="893075"/>
            <a:ext cx="7811400" cy="4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000">
                <a:latin typeface="Arial"/>
                <a:ea typeface="Arial"/>
                <a:cs typeface="Arial"/>
                <a:sym typeface="Arial"/>
              </a:rPr>
              <a:t>WebGL Standards (Khronos Group)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WebGL 1.0 (2011) — Based on OpenGL ES 2.0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WebGL 2.0 (2017) — Based on OpenGL ES 3.0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Standardized by the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Khronos Group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000">
                <a:latin typeface="Arial"/>
                <a:ea typeface="Arial"/>
                <a:cs typeface="Arial"/>
                <a:sym typeface="Arial"/>
              </a:rPr>
              <a:t>WebGPU Standards (W3C)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WebGPU (2023) — Modern graphics &amp; compute API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Standardized by </a:t>
            </a:r>
            <a:r>
              <a:rPr b="1" lang="en-GB" sz="1100">
                <a:latin typeface="Arial"/>
                <a:ea typeface="Arial"/>
                <a:cs typeface="Arial"/>
                <a:sym typeface="Arial"/>
              </a:rPr>
              <a:t>W3C GPU for the Web WG</a:t>
            </a:r>
            <a:br>
              <a:rPr b="1" lang="en-GB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Aligns with Vulkan, Metal, D3D12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Standards &amp; Specifications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 txBox="1"/>
          <p:nvPr>
            <p:ph idx="1" type="body"/>
          </p:nvPr>
        </p:nvSpPr>
        <p:spPr>
          <a:xfrm>
            <a:off x="1152375" y="638700"/>
            <a:ext cx="7811400" cy="38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2000">
                <a:latin typeface="Arial"/>
                <a:ea typeface="Arial"/>
                <a:cs typeface="Arial"/>
                <a:sym typeface="Arial"/>
              </a:rPr>
              <a:t>Electron &amp; three.js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No formal standards bodies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Electron: Maintained by GitHub + community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three.js: Community-driven; built on WebGL/WebGPU best practices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000">
                <a:latin typeface="Arial"/>
                <a:ea typeface="Arial"/>
                <a:cs typeface="Arial"/>
                <a:sym typeface="Arial"/>
              </a:rPr>
              <a:t>References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Khronos Group: </a:t>
            </a:r>
            <a:r>
              <a:rPr i="1" lang="en-GB" sz="1100">
                <a:latin typeface="Arial"/>
                <a:ea typeface="Arial"/>
                <a:cs typeface="Arial"/>
                <a:sym typeface="Arial"/>
              </a:rPr>
              <a:t>WebGL Specification</a:t>
            </a:r>
            <a:br>
              <a:rPr i="1" lang="en-GB" sz="1100">
                <a:latin typeface="Arial"/>
                <a:ea typeface="Arial"/>
                <a:cs typeface="Arial"/>
                <a:sym typeface="Arial"/>
              </a:rPr>
            </a:b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W3C: </a:t>
            </a:r>
            <a:r>
              <a:rPr i="1" lang="en-GB" sz="1100">
                <a:latin typeface="Arial"/>
                <a:ea typeface="Arial"/>
                <a:cs typeface="Arial"/>
                <a:sym typeface="Arial"/>
              </a:rPr>
              <a:t>WebGPU Specification</a:t>
            </a:r>
            <a:br>
              <a:rPr i="1" lang="en-GB" sz="1100">
                <a:latin typeface="Arial"/>
                <a:ea typeface="Arial"/>
                <a:cs typeface="Arial"/>
                <a:sym typeface="Arial"/>
              </a:rPr>
            </a:b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i="1" lang="en-GB" sz="1100">
                <a:latin typeface="Arial"/>
                <a:ea typeface="Arial"/>
                <a:cs typeface="Arial"/>
                <a:sym typeface="Arial"/>
              </a:rPr>
              <a:t>Electron Documentation</a:t>
            </a:r>
            <a:br>
              <a:rPr i="1" lang="en-GB" sz="1100">
                <a:latin typeface="Arial"/>
                <a:ea typeface="Arial"/>
                <a:cs typeface="Arial"/>
                <a:sym typeface="Arial"/>
              </a:rPr>
            </a:b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three.js Project Documentation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/>
          <p:nvPr>
            <p:ph type="title"/>
          </p:nvPr>
        </p:nvSpPr>
        <p:spPr>
          <a:xfrm>
            <a:off x="1258600" y="315825"/>
            <a:ext cx="70389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Our Team’s Opinion on the Technology 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 txBox="1"/>
          <p:nvPr>
            <p:ph idx="1" type="body"/>
          </p:nvPr>
        </p:nvSpPr>
        <p:spPr>
          <a:xfrm>
            <a:off x="1297500" y="851075"/>
            <a:ext cx="6903000" cy="20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Our evaluation of Electron + WebGL/WebGPU/three.js: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Electron is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highly practical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for real-world apps needing cross-platform reach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three.js is the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most accessible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library for 3D visualization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WebGL is stable and mature; WebGPU is the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future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of high-performance graphics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Combining these gives developers tremendous flexibility with minimal overhead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23" title="tools-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3047500"/>
            <a:ext cx="6430248" cy="18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/>
          <p:nvPr>
            <p:ph type="title"/>
          </p:nvPr>
        </p:nvSpPr>
        <p:spPr>
          <a:xfrm>
            <a:off x="1297500" y="393750"/>
            <a:ext cx="70389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Strengths of the Technology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 txBox="1"/>
          <p:nvPr>
            <p:ph idx="1" type="body"/>
          </p:nvPr>
        </p:nvSpPr>
        <p:spPr>
          <a:xfrm>
            <a:off x="1055125" y="1373775"/>
            <a:ext cx="44040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Fast development speed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using HTML/CSS/JS + npm ecosystem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Works on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Windows, macOS, Linux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without extra code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Proven in industry: VS Code, Slack, Discord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Easy integration with rendering engines (WebGL / WebGPU)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Our Higgs project proved Electron is ideal for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productivity + dashboard tools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24" title="electron-programming-80-3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200" y="1764375"/>
            <a:ext cx="3380076" cy="2323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Challenges and Weaknesses 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Higher RAM and CPU usage than native apps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Large bundle size (Chromium included)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Not optimal for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real-time 3D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without WebGPU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Security risks if Node integration is not handled properly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Packaging and signing apps can increase complexity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latin typeface="Arial"/>
                <a:ea typeface="Arial"/>
                <a:cs typeface="Arial"/>
                <a:sym typeface="Arial"/>
              </a:rPr>
              <a:t>Final Analytical Conclusion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Electron remains the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best practical choice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for cross-platform desktop apps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Performance trade-offs are acceptable for most use cases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WebGPU will significantly improve graphical performance in the future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Electron + modern rendering frameworks → powerful toolset for developers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Our project experience (Higgs) confirms these technologies are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efficient, scalable, and beginner-friendly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/>
          <p:nvPr>
            <p:ph type="title"/>
          </p:nvPr>
        </p:nvSpPr>
        <p:spPr>
          <a:xfrm>
            <a:off x="72300" y="1981500"/>
            <a:ext cx="9144000" cy="11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Arial"/>
                <a:ea typeface="Arial"/>
                <a:cs typeface="Arial"/>
                <a:sym typeface="Arial"/>
              </a:rPr>
              <a:t>Thank you!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